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4368800"/>
  <p:notesSz cx="7772400" cy="4368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F9180-FAC7-4871-B64E-5EBAFEC8FCFA}" v="3" dt="2025-11-10T04:52:43.4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768" y="1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 Raja" userId="c60e0bfb8168426c" providerId="LiveId" clId="{6E77C4D6-B1AB-42E9-AFEC-2929EAF3D968}"/>
    <pc:docChg chg="undo custSel modSld">
      <pc:chgData name="Gowtham Raja" userId="c60e0bfb8168426c" providerId="LiveId" clId="{6E77C4D6-B1AB-42E9-AFEC-2929EAF3D968}" dt="2025-11-10T04:57:34.945" v="49" actId="1076"/>
      <pc:docMkLst>
        <pc:docMk/>
      </pc:docMkLst>
      <pc:sldChg chg="addSp modSp mod">
        <pc:chgData name="Gowtham Raja" userId="c60e0bfb8168426c" providerId="LiveId" clId="{6E77C4D6-B1AB-42E9-AFEC-2929EAF3D968}" dt="2025-11-10T04:57:34.945" v="49" actId="1076"/>
        <pc:sldMkLst>
          <pc:docMk/>
          <pc:sldMk cId="0" sldId="258"/>
        </pc:sldMkLst>
        <pc:spChg chg="add mod">
          <ac:chgData name="Gowtham Raja" userId="c60e0bfb8168426c" providerId="LiveId" clId="{6E77C4D6-B1AB-42E9-AFEC-2929EAF3D968}" dt="2025-11-10T04:54:56.240" v="26" actId="14100"/>
          <ac:spMkLst>
            <pc:docMk/>
            <pc:sldMk cId="0" sldId="258"/>
            <ac:spMk id="3" creationId="{16E3FD7F-5510-2A82-08ED-929AEAE7180F}"/>
          </ac:spMkLst>
        </pc:spChg>
        <pc:spChg chg="add mod">
          <ac:chgData name="Gowtham Raja" userId="c60e0bfb8168426c" providerId="LiveId" clId="{6E77C4D6-B1AB-42E9-AFEC-2929EAF3D968}" dt="2025-11-10T04:47:40.336" v="4" actId="767"/>
          <ac:spMkLst>
            <pc:docMk/>
            <pc:sldMk cId="0" sldId="258"/>
            <ac:spMk id="3" creationId="{93F8E075-D2A1-65A2-FCB4-AB85CF0875EA}"/>
          </ac:spMkLst>
        </pc:spChg>
        <pc:spChg chg="add mod">
          <ac:chgData name="Gowtham Raja" userId="c60e0bfb8168426c" providerId="LiveId" clId="{6E77C4D6-B1AB-42E9-AFEC-2929EAF3D968}" dt="2025-11-10T04:55:58.946" v="39" actId="1076"/>
          <ac:spMkLst>
            <pc:docMk/>
            <pc:sldMk cId="0" sldId="258"/>
            <ac:spMk id="5" creationId="{2111D186-70C2-5AF4-A42E-B323B87D55D1}"/>
          </ac:spMkLst>
        </pc:spChg>
        <pc:spChg chg="add mod">
          <ac:chgData name="Gowtham Raja" userId="c60e0bfb8168426c" providerId="LiveId" clId="{6E77C4D6-B1AB-42E9-AFEC-2929EAF3D968}" dt="2025-11-10T04:57:34.945" v="49" actId="1076"/>
          <ac:spMkLst>
            <pc:docMk/>
            <pc:sldMk cId="0" sldId="258"/>
            <ac:spMk id="7" creationId="{C6413EEC-0EFE-C2DC-32AC-7F94330BAC1D}"/>
          </ac:spMkLst>
        </pc:spChg>
        <pc:picChg chg="mod">
          <ac:chgData name="Gowtham Raja" userId="c60e0bfb8168426c" providerId="LiveId" clId="{6E77C4D6-B1AB-42E9-AFEC-2929EAF3D968}" dt="2025-11-10T04:48:02.067" v="6" actId="208"/>
          <ac:picMkLst>
            <pc:docMk/>
            <pc:sldMk cId="0" sldId="258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1354328"/>
            <a:ext cx="6606540" cy="917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2446528"/>
            <a:ext cx="5440680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1004824"/>
            <a:ext cx="3380994" cy="2883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1004824"/>
            <a:ext cx="3380994" cy="2883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174752"/>
            <a:ext cx="6995160" cy="699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1004824"/>
            <a:ext cx="6995160" cy="2883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4062984"/>
            <a:ext cx="2487168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4062984"/>
            <a:ext cx="1787652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4062984"/>
            <a:ext cx="1787652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68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E3FD7F-5510-2A82-08ED-929AEAE7180F}"/>
              </a:ext>
            </a:extLst>
          </p:cNvPr>
          <p:cNvSpPr txBox="1"/>
          <p:nvPr/>
        </p:nvSpPr>
        <p:spPr>
          <a:xfrm>
            <a:off x="4267200" y="355600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highlight>
                  <a:srgbClr val="000000"/>
                </a:highlight>
              </a:rPr>
              <a:t>4500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1D186-70C2-5AF4-A42E-B323B87D55D1}"/>
              </a:ext>
            </a:extLst>
          </p:cNvPr>
          <p:cNvSpPr txBox="1"/>
          <p:nvPr/>
        </p:nvSpPr>
        <p:spPr>
          <a:xfrm>
            <a:off x="3823716" y="1712102"/>
            <a:ext cx="3934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highlight>
                  <a:srgbClr val="000000"/>
                </a:highlight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13EEC-0EFE-C2DC-32AC-7F94330BAC1D}"/>
              </a:ext>
            </a:extLst>
          </p:cNvPr>
          <p:cNvSpPr txBox="1"/>
          <p:nvPr/>
        </p:nvSpPr>
        <p:spPr>
          <a:xfrm>
            <a:off x="3823716" y="3072963"/>
            <a:ext cx="3934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highlight>
                  <a:srgbClr val="000000"/>
                </a:highlight>
              </a:rPr>
              <a:t>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6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</Words>
  <Application>Microsoft Office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Gowtham Raja</cp:lastModifiedBy>
  <cp:revision>1</cp:revision>
  <dcterms:created xsi:type="dcterms:W3CDTF">2025-11-10T04:33:28Z</dcterms:created>
  <dcterms:modified xsi:type="dcterms:W3CDTF">2025-11-10T04:57:41Z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LastSaved">
    <vt:filetime>2025-11-10T00:00:00Z</vt:filetime>
  </property>
  <property fmtid="{D5CDD505-2E9C-101B-9397-08002B2CF9AE}" pid="4" name="Producer">
    <vt:lpwstr>3-Heights(TM) PDF Security Shell 4.8.25.2 (http://www.pdf-tools.com)</vt:lpwstr>
  </property>
</Properties>
</file>